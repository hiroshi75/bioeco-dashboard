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RESULT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三陸沖MHW 2023-2024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KE蛇行が60%を支配 — 気候モードの予測範囲を超える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OISST v2.1 (1982-2025) | 175四半期 | GLS-AR1回帰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873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BioEco Agent Lab — H-MHW-SANRIKU | 2026-03-17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 — 三陸沖の異常高温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05840"/>
            <a:ext cx="54864" cy="1005840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05156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2023-2024年、三陸沖(40°N, 145°E)で記録的な海洋熱波(MHW)が発生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34440" y="141732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2023年の84%が90thパーセンタイル超過 — ほぼ通年MHW状態。漁業・海洋生態系に深刻な影響が懸念される。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28600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" y="2286000"/>
            <a:ext cx="54864" cy="749808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23317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研究の問い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743200" y="233172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この記録的MHWは何に駆動されているか？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大規模気候モード(PDO/ONI)で説明できるか？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154680"/>
            <a:ext cx="54864" cy="7498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32004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743200" y="320040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OISST 43年間のSST + PDO/ONI指標を用いた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GLS-AR1回帰による成分分解（4モデル比較）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02336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4023360"/>
            <a:ext cx="54864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40690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期待される知見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743200" y="406908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MHWの物理的駆動メカニズムの定量化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生態系影響予測の基盤構築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主要発見 — KE蛇行が60%を支配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606040" cy="164592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097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KE蛇行による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未説明残差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気候モードの予測範囲を超える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005840"/>
            <a:ext cx="2606040" cy="16459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83280" y="1097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3520440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気候モード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(PDO+ONI)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2044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R²=0.90で季節+気候を説明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1005840"/>
            <a:ext cx="2606040" cy="164592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1097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6355080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2023年の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MHW日数率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90thパーセンタイル超過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2926080"/>
            <a:ext cx="54864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PDO負 → 三陸SST上昇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10896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β_PDO = -0.969 (p&lt;0.001)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0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KE北偏メカニズムの定量的証拠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584448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" y="3584448"/>
            <a:ext cx="54864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3584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2023年7月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108960" y="3584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観測25.0°C / 予測20.7°C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35844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残差+4.37°C (z=2.68)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4242816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8640" y="4242816"/>
            <a:ext cx="54864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42428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2024年1月（冬季ピーク）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108960" y="42428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残差+6.58°C (z=3.99)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943600" y="42428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暖水渦の深層浸透の間接的証拠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意義 &amp; 次のステップ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60120"/>
            <a:ext cx="54864" cy="8229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05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KE蛇行の支配的役割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0058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MHWの60%は内部海洋変動（KE蛇行）に起因。大規模気候モード(PDO/ONI)だけでは予測不能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20240"/>
            <a:ext cx="54864" cy="8229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72年ぶりの稀少レジーム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9659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0分析で確認。現在のKE蛇行状態は極めて稀少で、通常の気候変動パターンから逸脱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80360"/>
            <a:ext cx="54864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 Note論文化可能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9260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物理海洋の堅固な定量分析。Layer 1論文としてGeophysical Research Letters投稿を視野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3192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440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チーム貢献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343400"/>
            <a:ext cx="260604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343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Mei: 気候速度推定、PDO季節構造、β_PDO解釈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383280" y="4343400"/>
            <a:ext cx="260604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8"/>
          <p:cNvSpPr/>
          <p:nvPr/>
        </p:nvSpPr>
        <p:spPr>
          <a:xfrm>
            <a:off x="3474720" y="4343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Kai: OISST取得、NOAA指標取得、Hobday検出パイプライン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217920" y="4343400"/>
            <a:ext cx="260604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0"/>
          <p:cNvSpPr/>
          <p:nvPr/>
        </p:nvSpPr>
        <p:spPr>
          <a:xfrm>
            <a:off x="6309360" y="4343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Rin: M4正式回帰、KE_index算出、成分分解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8920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品質: GLS-AR1(Cochrane-Orcutt) | 4モデルAIC比較 | R²=0.90 | Phase 0+1-b 2段階検証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GOOD: MHW Sanriku — KE Meander Dominates 60%</dc:title>
  <dc:subject>PptxGenJS Presentation</dc:subject>
  <dc:creator>Hana Presenter</dc:creator>
  <cp:lastModifiedBy>Hana Presenter</cp:lastModifiedBy>
  <cp:revision>1</cp:revision>
  <dcterms:created xsi:type="dcterms:W3CDTF">2026-03-15T16:32:20Z</dcterms:created>
  <dcterms:modified xsi:type="dcterms:W3CDTF">2026-03-15T16:32:20Z</dcterms:modified>
</cp:coreProperties>
</file>