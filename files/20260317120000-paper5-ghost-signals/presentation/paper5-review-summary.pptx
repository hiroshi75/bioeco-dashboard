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457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Paper 5: Ghost Signals — フェノロジー遅延は個体数崩壊の隠れたシグナル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Review Summary  |  Target: Ecology Letters (Article)  |  ゲートA/B/C全PASS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51560"/>
            <a:ext cx="54864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核心的発見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JMA 67年間のデータで、アマガエル初鳴が+5.3日/10年遅延（p&lt;0.0001）。温暖化とは逆方向。個体数減少による検出バイアスが最も節約的な説明。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286000"/>
            <a:ext cx="201168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+5.3日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アマガエル遅延/10年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7472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p&lt;0.0001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423160" y="22860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2286000"/>
            <a:ext cx="2011680" cy="36576"/>
          </a:xfrm>
          <a:prstGeom prst="rect">
            <a:avLst/>
          </a:prstGeom>
          <a:solidFill>
            <a:srgbClr val="C44536"/>
          </a:solidFill>
          <a:ln/>
        </p:spPr>
      </p:sp>
      <p:sp>
        <p:nvSpPr>
          <p:cNvPr id="17" name="Text 15"/>
          <p:cNvSpPr/>
          <p:nvPr/>
        </p:nvSpPr>
        <p:spPr>
          <a:xfrm>
            <a:off x="2423160" y="2377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45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0/10種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96312" y="27249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温暖化に前進した動物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96312" y="29260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植物は3種前進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3375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337560"/>
            <a:ext cx="2011680" cy="36576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A7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6/6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" y="3776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代替仮説を排除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都市化p=0.86等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423160" y="333756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23160" y="3337560"/>
            <a:ext cx="2011680" cy="36576"/>
          </a:xfrm>
          <a:prstGeom prst="rect">
            <a:avLst/>
          </a:prstGeom>
          <a:solidFill>
            <a:srgbClr val="2C6E8A"/>
          </a:solidFill>
          <a:ln/>
        </p:spPr>
      </p:sp>
      <p:sp>
        <p:nvSpPr>
          <p:cNvPr id="27" name="Text 25"/>
          <p:cNvSpPr/>
          <p:nvPr/>
        </p:nvSpPr>
        <p:spPr>
          <a:xfrm>
            <a:off x="2423160" y="3429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6E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r=0.49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496312" y="37764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緯度勾配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96312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p=0.001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663440" y="1051560"/>
            <a:ext cx="4206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051560"/>
            <a:ext cx="54864" cy="1645920"/>
          </a:xfrm>
          <a:prstGeom prst="rect">
            <a:avLst/>
          </a:prstGeom>
          <a:solidFill>
            <a:srgbClr val="3A7D5C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意義 (So What?)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13716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「見えない減少」の検出ツール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個体数データなしでも減少を推定可能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JMA 67年レガシーデータの再活用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2021年廃止データに新しい価値を付与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水田生態系への政策的警告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水田依存種の広域的劣化を示唆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880360"/>
            <a:ext cx="4206240" cy="178308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35" name="Shape 33"/>
          <p:cNvSpPr/>
          <p:nvPr/>
        </p:nvSpPr>
        <p:spPr>
          <a:xfrm>
            <a:off x="4663440" y="2880360"/>
            <a:ext cx="54864" cy="1783080"/>
          </a:xfrm>
          <a:prstGeom prst="rect">
            <a:avLst/>
          </a:prstGeom>
          <a:solidFill>
            <a:srgbClr val="D4883A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29260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外部レビューで確認したい点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46320" y="32004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代替仮説テーブルの説得力は十分か？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温暖化×減少の複合効果への言及は必要か？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因果推論の限界の記述は適切か？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新規性B（両生類+昆虫の大規模実証）の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ポジショニングはEL読者に響くか？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政策提言（JMA観測復活）のトーンは適切か？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A1F1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BioEco Agent Lab  |  Paper 5 v3 FINAL  |  ~5,000語 / Fig 5 / Ref 22本 / Supp Table S1  |  2026-03-16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5 Ghost Signals — Review Summary</dc:title>
  <dc:subject>PptxGenJS Presentation</dc:subject>
  <dc:creator>Hana Presenter</dc:creator>
  <cp:lastModifiedBy>Hana Presenter</cp:lastModifiedBy>
  <cp:revision>1</cp:revision>
  <dcterms:created xsi:type="dcterms:W3CDTF">2026-03-15T12:11:21Z</dcterms:created>
  <dcterms:modified xsi:type="dcterms:W3CDTF">2026-03-15T12:11:21Z</dcterms:modified>
</cp:coreProperties>
</file>